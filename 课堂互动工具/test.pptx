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image" Target="../media/image1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4.xml"/><Relationship Id="rId12" Type="http://schemas.openxmlformats.org/officeDocument/2006/relationships/image" Target="../media/image1.png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36.xml"/><Relationship Id="rId12" Type="http://schemas.openxmlformats.org/officeDocument/2006/relationships/image" Target="../media/image1.png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48.xml"/><Relationship Id="rId12" Type="http://schemas.openxmlformats.org/officeDocument/2006/relationships/image" Target="../media/image1.png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60.xml"/><Relationship Id="rId12" Type="http://schemas.openxmlformats.org/officeDocument/2006/relationships/image" Target="../media/image1.png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72.xml"/><Relationship Id="rId12" Type="http://schemas.openxmlformats.org/officeDocument/2006/relationships/image" Target="../media/image1.png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84.xml"/><Relationship Id="rId12" Type="http://schemas.openxmlformats.org/officeDocument/2006/relationships/image" Target="../media/image1.png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96.xml"/><Relationship Id="rId12" Type="http://schemas.openxmlformats.org/officeDocument/2006/relationships/image" Target="../media/image1.png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08.xml"/><Relationship Id="rId12" Type="http://schemas.openxmlformats.org/officeDocument/2006/relationships/image" Target="../media/image1.png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9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0.xml"/><Relationship Id="rId12" Type="http://schemas.openxmlformats.org/officeDocument/2006/relationships/image" Target="../media/image1.png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32.xml"/><Relationship Id="rId12" Type="http://schemas.openxmlformats.org/officeDocument/2006/relationships/image" Target="../media/image1.png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44.xml"/><Relationship Id="rId12" Type="http://schemas.openxmlformats.org/officeDocument/2006/relationships/image" Target="../media/image1.png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56.xml"/><Relationship Id="rId12" Type="http://schemas.openxmlformats.org/officeDocument/2006/relationships/image" Target="../media/image1.png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tags" Target="../tags/tag14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68.xml"/><Relationship Id="rId12" Type="http://schemas.openxmlformats.org/officeDocument/2006/relationships/image" Target="../media/image1.png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80.xml"/><Relationship Id="rId12" Type="http://schemas.openxmlformats.org/officeDocument/2006/relationships/image" Target="../media/image1.png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2.xml"/><Relationship Id="rId12" Type="http://schemas.openxmlformats.org/officeDocument/2006/relationships/image" Target="../media/image1.png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tags" Target="../tags/tag18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04.xml"/><Relationship Id="rId12" Type="http://schemas.openxmlformats.org/officeDocument/2006/relationships/image" Target="../media/image1.png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16.xml"/><Relationship Id="rId12" Type="http://schemas.openxmlformats.org/officeDocument/2006/relationships/image" Target="../media/image1.png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如果你会了就提交一下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选这个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2D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2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3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4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5.xml><?xml version="1.0" encoding="utf-8"?>
<p:tagLst xmlns:p="http://schemas.openxmlformats.org/presentationml/2006/main">
  <p:tag name="RAINPROBLEM" val="ProblemSubmit"/>
  <p:tag name="RAINPROBLEMTYPE" val="Polling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  <p:tag name="RAINPROBLEM" val="PollingAnswer"/>
</p:tagLst>
</file>

<file path=ppt/tags/tag11.xml><?xml version="1.0" encoding="utf-8"?>
<p:tagLst xmlns:p="http://schemas.openxmlformats.org/presentationml/2006/main">
  <p:tag name="RAINPROBLEM" val="ProblemSetting"/>
  <p:tag name="RAINPROBLEMTYPE" val="Polling"/>
</p:tagLst>
</file>

<file path=ppt/tags/tag12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3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4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5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6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7.xml><?xml version="1.0" encoding="utf-8"?>
<p:tagLst xmlns:p="http://schemas.openxmlformats.org/presentationml/2006/main">
  <p:tag name="RAINPROBLEM" val="ProblemSubmit"/>
  <p:tag name="RAINPROBLEMTYPE" val="Polling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  <p:tag name="RAINPROBLEM" val="PollingAnswer"/>
</p:tagLst>
</file>

<file path=ppt/tags/tag23.xml><?xml version="1.0" encoding="utf-8"?>
<p:tagLst xmlns:p="http://schemas.openxmlformats.org/presentationml/2006/main">
  <p:tag name="RAINPROBLEM" val="ProblemSetting"/>
  <p:tag name="RAINPROBLEMTYPE" val="Polling"/>
</p:tagLst>
</file>

<file path=ppt/tags/tag24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25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26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27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28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29.xml><?xml version="1.0" encoding="utf-8"?>
<p:tagLst xmlns:p="http://schemas.openxmlformats.org/presentationml/2006/main">
  <p:tag name="RAINPROBLEM" val="ProblemSubmit"/>
  <p:tag name="RAINPROBLEMTYPE" val="Polling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  <p:tag name="RAINPROBLEM" val="PollingAnswer"/>
</p:tagLst>
</file>

<file path=ppt/tags/tag35.xml><?xml version="1.0" encoding="utf-8"?>
<p:tagLst xmlns:p="http://schemas.openxmlformats.org/presentationml/2006/main">
  <p:tag name="RAINPROBLEM" val="ProblemSetting"/>
  <p:tag name="RAINPROBLEMTYPE" val="Polling"/>
</p:tagLst>
</file>

<file path=ppt/tags/tag36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37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38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39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40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41.xml><?xml version="1.0" encoding="utf-8"?>
<p:tagLst xmlns:p="http://schemas.openxmlformats.org/presentationml/2006/main">
  <p:tag name="RAINPROBLEM" val="ProblemSubmit"/>
  <p:tag name="RAINPROBLEMTYPE" val="Polling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  <p:tag name="RAINPROBLEM" val="PollingAnswer"/>
</p:tagLst>
</file>

<file path=ppt/tags/tag47.xml><?xml version="1.0" encoding="utf-8"?>
<p:tagLst xmlns:p="http://schemas.openxmlformats.org/presentationml/2006/main">
  <p:tag name="RAINPROBLEM" val="ProblemSetting"/>
  <p:tag name="RAINPROBLEMTYPE" val="Polling"/>
</p:tagLst>
</file>

<file path=ppt/tags/tag48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49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50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51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52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53.xml><?xml version="1.0" encoding="utf-8"?>
<p:tagLst xmlns:p="http://schemas.openxmlformats.org/presentationml/2006/main">
  <p:tag name="RAINPROBLEM" val="ProblemSubmit"/>
  <p:tag name="RAINPROBLEMTYPE" val="Polling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  <p:tag name="RAINPROBLEM" val="PollingAnswer"/>
</p:tagLst>
</file>

<file path=ppt/tags/tag59.xml><?xml version="1.0" encoding="utf-8"?>
<p:tagLst xmlns:p="http://schemas.openxmlformats.org/presentationml/2006/main">
  <p:tag name="RAINPROBLEM" val="ProblemSetting"/>
  <p:tag name="RAINPROBLEMTYPE" val="Polling"/>
</p:tagLst>
</file>

<file path=ppt/tags/tag60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61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62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63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64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65.xml><?xml version="1.0" encoding="utf-8"?>
<p:tagLst xmlns:p="http://schemas.openxmlformats.org/presentationml/2006/main">
  <p:tag name="RAINPROBLEM" val="ProblemSubmit"/>
  <p:tag name="RAINPROBLEMTYPE" val="Polling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  <p:tag name="RAINPROBLEM" val="PollingAnswer"/>
</p:tagLst>
</file>

<file path=ppt/tags/tag71.xml><?xml version="1.0" encoding="utf-8"?>
<p:tagLst xmlns:p="http://schemas.openxmlformats.org/presentationml/2006/main">
  <p:tag name="RAINPROBLEM" val="ProblemSetting"/>
  <p:tag name="RAINPROBLEMTYPE" val="Polling"/>
</p:tagLst>
</file>

<file path=ppt/tags/tag72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73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74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75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76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77.xml><?xml version="1.0" encoding="utf-8"?>
<p:tagLst xmlns:p="http://schemas.openxmlformats.org/presentationml/2006/main">
  <p:tag name="RAINPROBLEM" val="ProblemSubmit"/>
  <p:tag name="RAINPROBLEMTYPE" val="Polling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  <p:tag name="RAINPROBLEM" val="PollingAnswer"/>
</p:tagLst>
</file>

<file path=ppt/tags/tag83.xml><?xml version="1.0" encoding="utf-8"?>
<p:tagLst xmlns:p="http://schemas.openxmlformats.org/presentationml/2006/main">
  <p:tag name="RAINPROBLEM" val="ProblemSetting"/>
  <p:tag name="RAINPROBLEMTYPE" val="Polling"/>
</p:tagLst>
</file>

<file path=ppt/tags/tag84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85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86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87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88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89.xml><?xml version="1.0" encoding="utf-8"?>
<p:tagLst xmlns:p="http://schemas.openxmlformats.org/presentationml/2006/main">
  <p:tag name="RAINPROBLEM" val="ProblemSubmit"/>
  <p:tag name="RAINPROBLEMTYPE" val="Polling"/>
</p:tagLst>
</file>

<file path=ppt/tags/tag90.xml><?xml version="1.0" encoding="utf-8"?>
<p:tagLst xmlns:p="http://schemas.openxmlformats.org/presentationml/2006/main">
  <p:tag name="RAINPROBLEMTYPE" val="ProblemTypeMarker"/>
</p:tagLst>
</file>

<file path=ppt/tags/tag91.xml><?xml version="1.0" encoding="utf-8"?>
<p:tagLst xmlns:p="http://schemas.openxmlformats.org/presentationml/2006/main">
  <p:tag name="RAINPROBLEMTYPE" val="ProblemTypeMarker"/>
</p:tagLst>
</file>

<file path=ppt/tags/tag92.xml><?xml version="1.0" encoding="utf-8"?>
<p:tagLst xmlns:p="http://schemas.openxmlformats.org/presentationml/2006/main">
  <p:tag name="RAINPROBLEMTYPE" val="ProblemTypeMarker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  <p:tag name="RAINPROBLEM" val="PollingAnswer"/>
</p:tagLst>
</file>

<file path=ppt/tags/tag95.xml><?xml version="1.0" encoding="utf-8"?>
<p:tagLst xmlns:p="http://schemas.openxmlformats.org/presentationml/2006/main">
  <p:tag name="RAINPROBLEM" val="ProblemSetting"/>
  <p:tag name="RAINPROBLEMTYPE" val="Polling"/>
</p:tagLst>
</file>

<file path=ppt/tags/tag96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97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98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99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00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01.xml><?xml version="1.0" encoding="utf-8"?>
<p:tagLst xmlns:p="http://schemas.openxmlformats.org/presentationml/2006/main">
  <p:tag name="RAINPROBLEM" val="ProblemSubmit"/>
  <p:tag name="RAINPROBLEMTYPE" val="Polling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TYPE" val="ProblemTypeMarker"/>
</p:tagLst>
</file>

<file path=ppt/tags/tag104.xml><?xml version="1.0" encoding="utf-8"?>
<p:tagLst xmlns:p="http://schemas.openxmlformats.org/presentationml/2006/main">
  <p:tag name="RAINPROBLEMTYPE" val="ProblemTypeMarker"/>
</p:tagLst>
</file>

<file path=ppt/tags/tag105.xml><?xml version="1.0" encoding="utf-8"?>
<p:tagLst xmlns:p="http://schemas.openxmlformats.org/presentationml/2006/main">
  <p:tag name="RAINPROBLEMTYPE" val="ProblemTypeMarker"/>
</p:tagLst>
</file>

<file path=ppt/tags/tag106.xml><?xml version="1.0" encoding="utf-8"?>
<p:tagLst xmlns:p="http://schemas.openxmlformats.org/presentationml/2006/main">
  <p:tag name="RAINPROBLEMTYPE" val="ProblemTypeMarker"/>
  <p:tag name="RAINPROBLEM" val="PollingAnswer"/>
</p:tagLst>
</file>

<file path=ppt/tags/tag107.xml><?xml version="1.0" encoding="utf-8"?>
<p:tagLst xmlns:p="http://schemas.openxmlformats.org/presentationml/2006/main">
  <p:tag name="RAINPROBLEM" val="ProblemSetting"/>
  <p:tag name="RAINPROBLEMTYPE" val="Polling"/>
</p:tagLst>
</file>

<file path=ppt/tags/tag108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09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10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11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12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13.xml><?xml version="1.0" encoding="utf-8"?>
<p:tagLst xmlns:p="http://schemas.openxmlformats.org/presentationml/2006/main">
  <p:tag name="RAINPROBLEM" val="ProblemSubmit"/>
  <p:tag name="RAINPROBLEMTYPE" val="Polling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  <p:tag name="RAINPROBLEM" val="PollingAnswer"/>
</p:tagLst>
</file>

<file path=ppt/tags/tag119.xml><?xml version="1.0" encoding="utf-8"?>
<p:tagLst xmlns:p="http://schemas.openxmlformats.org/presentationml/2006/main">
  <p:tag name="RAINPROBLEM" val="ProblemSetting"/>
  <p:tag name="RAINPROBLEMTYPE" val="Polling"/>
</p:tagLst>
</file>

<file path=ppt/tags/tag120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21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22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23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24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25.xml><?xml version="1.0" encoding="utf-8"?>
<p:tagLst xmlns:p="http://schemas.openxmlformats.org/presentationml/2006/main">
  <p:tag name="RAINPROBLEM" val="ProblemSubmit"/>
  <p:tag name="RAINPROBLEMTYPE" val="Polling"/>
</p:tagLst>
</file>

<file path=ppt/tags/tag126.xml><?xml version="1.0" encoding="utf-8"?>
<p:tagLst xmlns:p="http://schemas.openxmlformats.org/presentationml/2006/main">
  <p:tag name="RAINPROBLEMTYPE" val="ProblemTypeMarker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TYPE" val="ProblemTypeMarker"/>
</p:tagLst>
</file>

<file path=ppt/tags/tag129.xml><?xml version="1.0" encoding="utf-8"?>
<p:tagLst xmlns:p="http://schemas.openxmlformats.org/presentationml/2006/main">
  <p:tag name="RAINPROBLEMTYPE" val="ProblemTypeMarker"/>
</p:tagLst>
</file>

<file path=ppt/tags/tag130.xml><?xml version="1.0" encoding="utf-8"?>
<p:tagLst xmlns:p="http://schemas.openxmlformats.org/presentationml/2006/main">
  <p:tag name="RAINPROBLEMTYPE" val="ProblemTypeMarker"/>
  <p:tag name="RAINPROBLEM" val="PollingAnswer"/>
</p:tagLst>
</file>

<file path=ppt/tags/tag131.xml><?xml version="1.0" encoding="utf-8"?>
<p:tagLst xmlns:p="http://schemas.openxmlformats.org/presentationml/2006/main">
  <p:tag name="RAINPROBLEM" val="ProblemSetting"/>
  <p:tag name="RAINPROBLEMTYPE" val="Polling"/>
</p:tagLst>
</file>

<file path=ppt/tags/tag132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33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34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35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36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37.xml><?xml version="1.0" encoding="utf-8"?>
<p:tagLst xmlns:p="http://schemas.openxmlformats.org/presentationml/2006/main">
  <p:tag name="RAINPROBLEM" val="ProblemSubmit"/>
  <p:tag name="RAINPROBLEMTYPE" val="Polling"/>
</p:tagLst>
</file>

<file path=ppt/tags/tag138.xml><?xml version="1.0" encoding="utf-8"?>
<p:tagLst xmlns:p="http://schemas.openxmlformats.org/presentationml/2006/main">
  <p:tag name="RAINPROBLEMTYPE" val="ProblemTypeMarker"/>
</p:tagLst>
</file>

<file path=ppt/tags/tag139.xml><?xml version="1.0" encoding="utf-8"?>
<p:tagLst xmlns:p="http://schemas.openxmlformats.org/presentationml/2006/main">
  <p:tag name="RAINPROBLEMTYPE" val="ProblemTypeMarker"/>
</p:tagLst>
</file>

<file path=ppt/tags/tag140.xml><?xml version="1.0" encoding="utf-8"?>
<p:tagLst xmlns:p="http://schemas.openxmlformats.org/presentationml/2006/main">
  <p:tag name="RAINPROBLEMTYPE" val="ProblemTypeMarker"/>
</p:tagLst>
</file>

<file path=ppt/tags/tag141.xml><?xml version="1.0" encoding="utf-8"?>
<p:tagLst xmlns:p="http://schemas.openxmlformats.org/presentationml/2006/main">
  <p:tag name="RAINPROBLEMTYPE" val="ProblemTypeMarker"/>
</p:tagLst>
</file>

<file path=ppt/tags/tag142.xml><?xml version="1.0" encoding="utf-8"?>
<p:tagLst xmlns:p="http://schemas.openxmlformats.org/presentationml/2006/main">
  <p:tag name="RAINPROBLEMTYPE" val="ProblemTypeMarker"/>
  <p:tag name="RAINPROBLEM" val="PollingAnswer"/>
</p:tagLst>
</file>

<file path=ppt/tags/tag143.xml><?xml version="1.0" encoding="utf-8"?>
<p:tagLst xmlns:p="http://schemas.openxmlformats.org/presentationml/2006/main">
  <p:tag name="RAINPROBLEM" val="ProblemSetting"/>
  <p:tag name="RAINPROBLEMTYPE" val="Polling"/>
</p:tagLst>
</file>

<file path=ppt/tags/tag144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45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46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47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48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49.xml><?xml version="1.0" encoding="utf-8"?>
<p:tagLst xmlns:p="http://schemas.openxmlformats.org/presentationml/2006/main">
  <p:tag name="RAINPROBLEM" val="ProblemSubmit"/>
  <p:tag name="RAINPROBLEMTYPE" val="Polling"/>
</p:tagLst>
</file>

<file path=ppt/tags/tag150.xml><?xml version="1.0" encoding="utf-8"?>
<p:tagLst xmlns:p="http://schemas.openxmlformats.org/presentationml/2006/main">
  <p:tag name="RAINPROBLEMTYPE" val="ProblemTypeMarker"/>
</p:tagLst>
</file>

<file path=ppt/tags/tag151.xml><?xml version="1.0" encoding="utf-8"?>
<p:tagLst xmlns:p="http://schemas.openxmlformats.org/presentationml/2006/main">
  <p:tag name="RAINPROBLEMTYPE" val="ProblemTypeMarker"/>
</p:tagLst>
</file>

<file path=ppt/tags/tag152.xml><?xml version="1.0" encoding="utf-8"?>
<p:tagLst xmlns:p="http://schemas.openxmlformats.org/presentationml/2006/main">
  <p:tag name="RAINPROBLEMTYPE" val="ProblemTypeMarker"/>
</p:tagLst>
</file>

<file path=ppt/tags/tag153.xml><?xml version="1.0" encoding="utf-8"?>
<p:tagLst xmlns:p="http://schemas.openxmlformats.org/presentationml/2006/main">
  <p:tag name="RAINPROBLEMTYPE" val="ProblemTypeMarker"/>
</p:tagLst>
</file>

<file path=ppt/tags/tag154.xml><?xml version="1.0" encoding="utf-8"?>
<p:tagLst xmlns:p="http://schemas.openxmlformats.org/presentationml/2006/main">
  <p:tag name="RAINPROBLEMTYPE" val="ProblemTypeMarker"/>
  <p:tag name="RAINPROBLEM" val="PollingAnswer"/>
</p:tagLst>
</file>

<file path=ppt/tags/tag155.xml><?xml version="1.0" encoding="utf-8"?>
<p:tagLst xmlns:p="http://schemas.openxmlformats.org/presentationml/2006/main">
  <p:tag name="RAINPROBLEM" val="ProblemSetting"/>
  <p:tag name="RAINPROBLEMTYPE" val="Polling"/>
</p:tagLst>
</file>

<file path=ppt/tags/tag156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57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58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59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60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61.xml><?xml version="1.0" encoding="utf-8"?>
<p:tagLst xmlns:p="http://schemas.openxmlformats.org/presentationml/2006/main">
  <p:tag name="RAINPROBLEM" val="ProblemSubmit"/>
  <p:tag name="RAINPROBLEMTYPE" val="Polling"/>
</p:tagLst>
</file>

<file path=ppt/tags/tag162.xml><?xml version="1.0" encoding="utf-8"?>
<p:tagLst xmlns:p="http://schemas.openxmlformats.org/presentationml/2006/main">
  <p:tag name="RAINPROBLEMTYPE" val="ProblemTypeMarker"/>
</p:tagLst>
</file>

<file path=ppt/tags/tag163.xml><?xml version="1.0" encoding="utf-8"?>
<p:tagLst xmlns:p="http://schemas.openxmlformats.org/presentationml/2006/main">
  <p:tag name="RAINPROBLEMTYPE" val="ProblemTypeMarker"/>
</p:tagLst>
</file>

<file path=ppt/tags/tag164.xml><?xml version="1.0" encoding="utf-8"?>
<p:tagLst xmlns:p="http://schemas.openxmlformats.org/presentationml/2006/main">
  <p:tag name="RAINPROBLEMTYPE" val="ProblemTypeMarker"/>
</p:tagLst>
</file>

<file path=ppt/tags/tag165.xml><?xml version="1.0" encoding="utf-8"?>
<p:tagLst xmlns:p="http://schemas.openxmlformats.org/presentationml/2006/main">
  <p:tag name="RAINPROBLEMTYPE" val="ProblemTypeMarker"/>
</p:tagLst>
</file>

<file path=ppt/tags/tag166.xml><?xml version="1.0" encoding="utf-8"?>
<p:tagLst xmlns:p="http://schemas.openxmlformats.org/presentationml/2006/main">
  <p:tag name="RAINPROBLEMTYPE" val="ProblemTypeMarker"/>
  <p:tag name="RAINPROBLEM" val="PollingAnswer"/>
</p:tagLst>
</file>

<file path=ppt/tags/tag167.xml><?xml version="1.0" encoding="utf-8"?>
<p:tagLst xmlns:p="http://schemas.openxmlformats.org/presentationml/2006/main">
  <p:tag name="RAINPROBLEM" val="ProblemSetting"/>
  <p:tag name="RAINPROBLEMTYPE" val="Polling"/>
</p:tagLst>
</file>

<file path=ppt/tags/tag168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69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70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71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72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73.xml><?xml version="1.0" encoding="utf-8"?>
<p:tagLst xmlns:p="http://schemas.openxmlformats.org/presentationml/2006/main">
  <p:tag name="RAINPROBLEM" val="ProblemSubmit"/>
  <p:tag name="RAINPROBLEMTYPE" val="Polling"/>
</p:tagLst>
</file>

<file path=ppt/tags/tag174.xml><?xml version="1.0" encoding="utf-8"?>
<p:tagLst xmlns:p="http://schemas.openxmlformats.org/presentationml/2006/main">
  <p:tag name="RAINPROBLEMTYPE" val="ProblemTypeMarker"/>
</p:tagLst>
</file>

<file path=ppt/tags/tag175.xml><?xml version="1.0" encoding="utf-8"?>
<p:tagLst xmlns:p="http://schemas.openxmlformats.org/presentationml/2006/main">
  <p:tag name="RAINPROBLEMTYPE" val="ProblemTypeMarker"/>
</p:tagLst>
</file>

<file path=ppt/tags/tag176.xml><?xml version="1.0" encoding="utf-8"?>
<p:tagLst xmlns:p="http://schemas.openxmlformats.org/presentationml/2006/main">
  <p:tag name="RAINPROBLEMTYPE" val="ProblemTypeMarker"/>
</p:tagLst>
</file>

<file path=ppt/tags/tag177.xml><?xml version="1.0" encoding="utf-8"?>
<p:tagLst xmlns:p="http://schemas.openxmlformats.org/presentationml/2006/main">
  <p:tag name="RAINPROBLEMTYPE" val="ProblemTypeMarker"/>
</p:tagLst>
</file>

<file path=ppt/tags/tag178.xml><?xml version="1.0" encoding="utf-8"?>
<p:tagLst xmlns:p="http://schemas.openxmlformats.org/presentationml/2006/main">
  <p:tag name="RAINPROBLEMTYPE" val="ProblemTypeMarker"/>
  <p:tag name="RAINPROBLEM" val="PollingAnswer"/>
</p:tagLst>
</file>

<file path=ppt/tags/tag179.xml><?xml version="1.0" encoding="utf-8"?>
<p:tagLst xmlns:p="http://schemas.openxmlformats.org/presentationml/2006/main">
  <p:tag name="RAINPROBLEM" val="ProblemSetting"/>
  <p:tag name="RAINPROBLEMTYPE" val="Polling"/>
</p:tagLst>
</file>

<file path=ppt/tags/tag180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81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82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83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84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85.xml><?xml version="1.0" encoding="utf-8"?>
<p:tagLst xmlns:p="http://schemas.openxmlformats.org/presentationml/2006/main">
  <p:tag name="RAINPROBLEM" val="ProblemSubmit"/>
  <p:tag name="RAINPROBLEMTYPE" val="Polling"/>
</p:tagLst>
</file>

<file path=ppt/tags/tag186.xml><?xml version="1.0" encoding="utf-8"?>
<p:tagLst xmlns:p="http://schemas.openxmlformats.org/presentationml/2006/main">
  <p:tag name="RAINPROBLEMTYPE" val="ProblemTypeMarker"/>
</p:tagLst>
</file>

<file path=ppt/tags/tag187.xml><?xml version="1.0" encoding="utf-8"?>
<p:tagLst xmlns:p="http://schemas.openxmlformats.org/presentationml/2006/main">
  <p:tag name="RAINPROBLEMTYPE" val="ProblemTypeMarker"/>
</p:tagLst>
</file>

<file path=ppt/tags/tag188.xml><?xml version="1.0" encoding="utf-8"?>
<p:tagLst xmlns:p="http://schemas.openxmlformats.org/presentationml/2006/main">
  <p:tag name="RAINPROBLEMTYPE" val="ProblemTypeMarker"/>
</p:tagLst>
</file>

<file path=ppt/tags/tag189.xml><?xml version="1.0" encoding="utf-8"?>
<p:tagLst xmlns:p="http://schemas.openxmlformats.org/presentationml/2006/main">
  <p:tag name="RAINPROBLEMTYPE" val="ProblemTypeMarker"/>
</p:tagLst>
</file>

<file path=ppt/tags/tag190.xml><?xml version="1.0" encoding="utf-8"?>
<p:tagLst xmlns:p="http://schemas.openxmlformats.org/presentationml/2006/main">
  <p:tag name="RAINPROBLEMTYPE" val="ProblemTypeMarker"/>
  <p:tag name="RAINPROBLEM" val="PollingAnswer"/>
</p:tagLst>
</file>

<file path=ppt/tags/tag191.xml><?xml version="1.0" encoding="utf-8"?>
<p:tagLst xmlns:p="http://schemas.openxmlformats.org/presentationml/2006/main">
  <p:tag name="RAINPROBLEM" val="ProblemSetting"/>
  <p:tag name="RAINPROBLEMTYPE" val="Polling"/>
</p:tagLst>
</file>

<file path=ppt/tags/tag192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193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194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195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96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197.xml><?xml version="1.0" encoding="utf-8"?>
<p:tagLst xmlns:p="http://schemas.openxmlformats.org/presentationml/2006/main">
  <p:tag name="RAINPROBLEM" val="ProblemSubmit"/>
  <p:tag name="RAINPROBLEMTYPE" val="Polling"/>
</p:tagLst>
</file>

<file path=ppt/tags/tag198.xml><?xml version="1.0" encoding="utf-8"?>
<p:tagLst xmlns:p="http://schemas.openxmlformats.org/presentationml/2006/main">
  <p:tag name="RAINPROBLEMTYPE" val="ProblemTypeMarker"/>
</p:tagLst>
</file>

<file path=ppt/tags/tag199.xml><?xml version="1.0" encoding="utf-8"?>
<p:tagLst xmlns:p="http://schemas.openxmlformats.org/presentationml/2006/main">
  <p:tag name="RAINPROBLEMTYPE" val="ProblemTypeMarker"/>
</p:tagLst>
</file>

<file path=ppt/tags/tag200.xml><?xml version="1.0" encoding="utf-8"?>
<p:tagLst xmlns:p="http://schemas.openxmlformats.org/presentationml/2006/main">
  <p:tag name="RAINPROBLEMTYPE" val="ProblemTypeMarker"/>
</p:tagLst>
</file>

<file path=ppt/tags/tag201.xml><?xml version="1.0" encoding="utf-8"?>
<p:tagLst xmlns:p="http://schemas.openxmlformats.org/presentationml/2006/main">
  <p:tag name="RAINPROBLEMTYPE" val="ProblemTypeMarker"/>
</p:tagLst>
</file>

<file path=ppt/tags/tag202.xml><?xml version="1.0" encoding="utf-8"?>
<p:tagLst xmlns:p="http://schemas.openxmlformats.org/presentationml/2006/main">
  <p:tag name="RAINPROBLEMTYPE" val="ProblemTypeMarker"/>
  <p:tag name="RAINPROBLEM" val="PollingAnswer"/>
</p:tagLst>
</file>

<file path=ppt/tags/tag203.xml><?xml version="1.0" encoding="utf-8"?>
<p:tagLst xmlns:p="http://schemas.openxmlformats.org/presentationml/2006/main">
  <p:tag name="RAINPROBLEM" val="ProblemSetting"/>
  <p:tag name="RAINPROBLEMTYPE" val="Polling"/>
</p:tagLst>
</file>

<file path=ppt/tags/tag204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205.xml><?xml version="1.0" encoding="utf-8"?>
<p:tagLst xmlns:p="http://schemas.openxmlformats.org/presentationml/2006/main">
  <p:tag name="RAINPROBLEM" val="ProblemBody"/>
  <p:tag name="KSO_WM_DIAGRAM_VIRTUALLY_FRAME" val="{&quot;height&quot;:422.45,&quot;left&quot;:96,&quot;top&quot;:50,&quot;width&quot;:768}"/>
</p:tagLst>
</file>

<file path=ppt/tags/tag206.xml><?xml version="1.0" encoding="utf-8"?>
<p:tagLst xmlns:p="http://schemas.openxmlformats.org/presentationml/2006/main">
  <p:tag name="RAINPROBLEM" val="ProblemItem"/>
  <p:tag name="KSO_WM_DIAGRAM_VIRTUALLY_FRAME" val="{&quot;height&quot;:422.45,&quot;left&quot;:96,&quot;top&quot;:50,&quot;width&quot;:768}"/>
</p:tagLst>
</file>

<file path=ppt/tags/tag207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208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422.45,&quot;left&quot;:96,&quot;top&quot;:50,&quot;width&quot;:768}"/>
</p:tagLst>
</file>

<file path=ppt/tags/tag209.xml><?xml version="1.0" encoding="utf-8"?>
<p:tagLst xmlns:p="http://schemas.openxmlformats.org/presentationml/2006/main">
  <p:tag name="RAINPROBLEM" val="ProblemSubmit"/>
  <p:tag name="RAINPROBLEMTYPE" val="Polling"/>
</p:tagLst>
</file>

<file path=ppt/tags/tag210.xml><?xml version="1.0" encoding="utf-8"?>
<p:tagLst xmlns:p="http://schemas.openxmlformats.org/presentationml/2006/main">
  <p:tag name="RAINPROBLEMTYPE" val="ProblemTypeMarker"/>
</p:tagLst>
</file>

<file path=ppt/tags/tag211.xml><?xml version="1.0" encoding="utf-8"?>
<p:tagLst xmlns:p="http://schemas.openxmlformats.org/presentationml/2006/main">
  <p:tag name="RAINPROBLEMTYPE" val="ProblemTypeMarker"/>
</p:tagLst>
</file>

<file path=ppt/tags/tag212.xml><?xml version="1.0" encoding="utf-8"?>
<p:tagLst xmlns:p="http://schemas.openxmlformats.org/presentationml/2006/main">
  <p:tag name="RAINPROBLEMTYPE" val="ProblemTypeMarker"/>
</p:tagLst>
</file>

<file path=ppt/tags/tag213.xml><?xml version="1.0" encoding="utf-8"?>
<p:tagLst xmlns:p="http://schemas.openxmlformats.org/presentationml/2006/main">
  <p:tag name="RAINPROBLEMTYPE" val="ProblemTypeMarker"/>
</p:tagLst>
</file>

<file path=ppt/tags/tag214.xml><?xml version="1.0" encoding="utf-8"?>
<p:tagLst xmlns:p="http://schemas.openxmlformats.org/presentationml/2006/main">
  <p:tag name="RAINPROBLEMTYPE" val="ProblemTypeMarker"/>
  <p:tag name="RAINPROBLEM" val="PollingAnswer"/>
</p:tagLst>
</file>

<file path=ppt/tags/tag215.xml><?xml version="1.0" encoding="utf-8"?>
<p:tagLst xmlns:p="http://schemas.openxmlformats.org/presentationml/2006/main">
  <p:tag name="RAINPROBLEM" val="ProblemSetting"/>
  <p:tag name="RAINPROBLEMTYPE" val="Polling"/>
</p:tagLst>
</file>

<file path=ppt/tags/tag216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WPS 演示</Application>
  <PresentationFormat>宽屏</PresentationFormat>
  <Paragraphs>252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waszx Q</dc:creator>
  <cp:lastModifiedBy>qwaszx</cp:lastModifiedBy>
  <cp:revision>8</cp:revision>
  <dcterms:created xsi:type="dcterms:W3CDTF">2023-08-09T12:44:00Z</dcterms:created>
  <dcterms:modified xsi:type="dcterms:W3CDTF">2026-02-27T14:33:22Z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014B287B732A4D088DA4FD2A7886D96A_12</vt:lpwstr>
  </property>
</Properties>
</file>